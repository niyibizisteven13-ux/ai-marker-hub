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103120"/>
            <a:ext cx="10543032" cy="146304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Bwenge for Schools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657600"/>
            <a:ext cx="10543032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Marking, results, and insight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teachers like 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54864"/>
          </a:xfrm>
          <a:prstGeom prst="rect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63040"/>
            <a:ext cx="10725912" cy="4754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8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against your rubric</a:t>
            </a:r>
            <a:endParaRPr lang="en-US" sz="2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8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stays in control</a:t>
            </a:r>
            <a:endParaRPr lang="en-US" sz="2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8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in minutes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averages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54864"/>
          </a:xfrm>
          <a:prstGeom prst="rect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0275" y="1463040"/>
            <a:ext cx="7488401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12648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1 vs Term 2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1828800"/>
            <a:ext cx="9994392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i="1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“It gave me my weekends back.”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97280" y="4754880"/>
            <a:ext cx="9994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teacher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Bwenge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Bwenge for Schools</dc:title>
  <dc:subject>PptxGenJS Presentation</dc:subject>
  <dc:creator>Bwenge</dc:creator>
  <cp:lastModifiedBy>Bwenge</cp:lastModifiedBy>
  <cp:revision>1</cp:revision>
  <dcterms:created xsi:type="dcterms:W3CDTF">2026-10-13T19:53:17Z</dcterms:created>
  <dcterms:modified xsi:type="dcterms:W3CDTF">2026-10-13T19:53:17Z</dcterms:modified>
</cp:coreProperties>
</file>